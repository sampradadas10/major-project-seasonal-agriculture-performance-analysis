
<file path=[Content_Types].xml><?xml version="1.0" encoding="utf-8"?>
<Types xmlns="http://schemas.openxmlformats.org/package/2006/content-types"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6" r:id="rId11"/>
    <p:sldId id="340" r:id="rId12"/>
    <p:sldId id="344" r:id="rId13"/>
    <p:sldId id="345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4204" y="2673118"/>
            <a:ext cx="10543592" cy="1352499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 –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Samprada Das 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Name-  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St. Thomas’ College of Engineering &amp; Technology 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547" y="589463"/>
            <a:ext cx="11569959" cy="1134452"/>
          </a:xfrm>
        </p:spPr>
        <p:txBody>
          <a:bodyPr>
            <a:no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-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Agriculture Performance Analysis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560729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2235459" y="3856703"/>
            <a:ext cx="77210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AICTE STU ID :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STU6976eb81373e31769401217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1242" y="3201795"/>
            <a:ext cx="2760758" cy="3264409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478383"/>
            <a:ext cx="9890449" cy="352072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Agricultural activities are influenced by seasonal variations in environmental conditions, farming practices, resource availability and market conditions. As a result, agricultural performance may differ from one season to another.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However, raw agricultural data does not clearly explain how agricultural performance changes across seasons or what patterns can be observed in different seasonal conditions.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problem is to analyze the given agricultural dataset and investigate seasonal differences in agricultural performance by identifying meaningful patterns, trends, relationships and variations within the available data.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8198" y="391796"/>
            <a:ext cx="6995604" cy="790111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 STATEMENT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7945" y="376007"/>
            <a:ext cx="6276109" cy="659692"/>
          </a:xfrm>
        </p:spPr>
        <p:txBody>
          <a:bodyPr>
            <a:noAutofit/>
          </a:bodyPr>
          <a:lstStyle/>
          <a:p>
            <a:pPr algn="ctr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</a:t>
            </a:r>
            <a:br>
              <a:rPr lang="en-GB" sz="3200" dirty="0"/>
            </a:b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CB625E-6362-5966-BBF0-2489BFF90F09}"/>
              </a:ext>
            </a:extLst>
          </p:cNvPr>
          <p:cNvSpPr txBox="1"/>
          <p:nvPr/>
        </p:nvSpPr>
        <p:spPr>
          <a:xfrm>
            <a:off x="783771" y="1586204"/>
            <a:ext cx="9265298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000" dirty="0"/>
              <a:t>This project implements an exploratory data analysis (EDA) framework on a comprehensive agricultural performance dataset comprising 4,000 records and 28 variables.</a:t>
            </a:r>
          </a:p>
          <a:p>
            <a:pPr lvl="0"/>
            <a:r>
              <a:rPr lang="en-IN" sz="2000" dirty="0"/>
              <a:t>It systematically cleans, processes, and investigates the impact of diverse environmental factors (such as rainfall, temperature, soil pH, and moisture) and operational inputs (like fertilizers, irrigation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  <a:r>
              <a:rPr lang="en-IN" sz="2000" dirty="0"/>
              <a:t>, and seed quality) across various seasonal conditions.</a:t>
            </a:r>
          </a:p>
          <a:p>
            <a:pPr lvl="0"/>
            <a:r>
              <a:rPr lang="en-IN" sz="2000" dirty="0"/>
              <a:t>By </a:t>
            </a:r>
            <a:r>
              <a:rPr lang="en-IN" sz="2000" dirty="0" err="1"/>
              <a:t>analyzing</a:t>
            </a:r>
            <a:r>
              <a:rPr lang="en-IN" sz="2000" dirty="0"/>
              <a:t> performance metrics including crop yield, production volume, total costs, revenues, and net profits, the project uncovers data-backed insights to assist agricultural planning and resource allocation.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530220"/>
            <a:ext cx="9225074" cy="4058817"/>
          </a:xfrm>
        </p:spPr>
        <p:txBody>
          <a:bodyPr>
            <a:normAutofit/>
          </a:bodyPr>
          <a:lstStyle/>
          <a:p>
            <a:pPr lvl="0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Farmers and Agricultural Practitioners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: To help optimize crop choices, manage seasonal resource inputs, and maximize profitability.</a:t>
            </a:r>
          </a:p>
          <a:p>
            <a:pPr lvl="0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Agricultural Planners and Policymakers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: To evaluate regional performance variations and develop sustainable, data-driven farming strategies.</a:t>
            </a:r>
          </a:p>
          <a:p>
            <a:pPr lvl="0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Agri-Tech Analysts and Researchers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: To study the correlation between environmental conditions and crop yield outcomes.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965" y="344667"/>
            <a:ext cx="10046070" cy="802641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ARE THE END USERS?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27584" y="1432560"/>
            <a:ext cx="7990736" cy="5243448"/>
          </a:xfrm>
        </p:spPr>
        <p:txBody>
          <a:bodyPr/>
          <a:lstStyle/>
          <a:p>
            <a:pPr lvl="0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Programming Language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Python</a:t>
            </a:r>
          </a:p>
          <a:p>
            <a:pPr lvl="0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Data Manipulation &amp; Analysis Libraries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Pandas, NumPy</a:t>
            </a:r>
          </a:p>
          <a:p>
            <a:pPr lvl="0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Data Visualization Libraries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Matplotlib, Seaborn</a:t>
            </a:r>
          </a:p>
          <a:p>
            <a:pPr lvl="0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Development Environment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Jupyter Notebook / Google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Colab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Version Control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Git and GitHub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2854" y="327930"/>
            <a:ext cx="5306291" cy="847817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52" y="118375"/>
            <a:ext cx="2981643" cy="830997"/>
          </a:xfrm>
        </p:spPr>
        <p:txBody>
          <a:bodyPr>
            <a:normAutofit/>
          </a:bodyPr>
          <a:lstStyle/>
          <a:p>
            <a:pPr algn="ctr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11062365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30">
            <a:extLst>
              <a:ext uri="{FF2B5EF4-FFF2-40B4-BE49-F238E27FC236}">
                <a16:creationId xmlns:a16="http://schemas.microsoft.com/office/drawing/2014/main" id="{B0CAEABD-FA39-15DB-F40C-33CBE62DA6DC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94C6133-1AF4-947A-BAB3-0D8569A464B1}"/>
                  </a:ext>
                </a:extLst>
              </p:cNvPr>
              <p:cNvSpPr txBox="1"/>
              <p:nvPr/>
            </p:nvSpPr>
            <p:spPr>
              <a:xfrm>
                <a:off x="564817" y="949372"/>
                <a:ext cx="1106236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Dataset Inspection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: Loaded and </a:t>
                </a:r>
                <a:r>
                  <a:rPr lang="en-IN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analyzed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data dimensions (4,000 rows </a:t>
                </a:r>
                <a14:m>
                  <m:oMath xmlns:m="http://schemas.openxmlformats.org/officeDocument/2006/math">
                    <m:r>
                      <a:rPr lang="en-IN"/>
                      <m:t>×</m:t>
                    </m:r>
                  </m:oMath>
                </a14:m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28 columns), executing initial checks via </a:t>
                </a:r>
                <a:r>
                  <a:rPr lang="en-IN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df.head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(), </a:t>
                </a:r>
                <a:r>
                  <a:rPr lang="en-IN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df.tail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(), and df.info().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94C6133-1AF4-947A-BAB3-0D8569A46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817" y="949372"/>
                <a:ext cx="11062365" cy="923330"/>
              </a:xfrm>
              <a:prstGeom prst="rect">
                <a:avLst/>
              </a:prstGeom>
              <a:blipFill>
                <a:blip r:embed="rId3"/>
                <a:stretch>
                  <a:fillRect l="-496" t="-39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C6035C5E-6027-A5BE-65FD-24998F2F83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936" y="1862826"/>
            <a:ext cx="5131836" cy="4876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8138F7A-75D0-CD62-C9BB-1B15DB73DB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425" y="1862825"/>
            <a:ext cx="6606073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063690"/>
            <a:ext cx="10445554" cy="9515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Data Cleaning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: Identified and imputed missing values in critical attributes using median values, confirming zero duplicate entries.</a:t>
            </a: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EE7ECC94-28E7-CB64-0096-AF274681B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52" y="118375"/>
            <a:ext cx="2981643" cy="830997"/>
          </a:xfrm>
        </p:spPr>
        <p:txBody>
          <a:bodyPr>
            <a:normAutofit/>
          </a:bodyPr>
          <a:lstStyle/>
          <a:p>
            <a:pPr algn="ctr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GB" dirty="0"/>
              <a:t> 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78E1A9-F6DB-C6B7-77DA-5873CA1BF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82" y="1807897"/>
            <a:ext cx="11384836" cy="4336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 build="p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48CAF60-B03A-5BB7-61CE-077852A0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52" y="99714"/>
            <a:ext cx="2981643" cy="830997"/>
          </a:xfrm>
        </p:spPr>
        <p:txBody>
          <a:bodyPr>
            <a:normAutofit/>
          </a:bodyPr>
          <a:lstStyle/>
          <a:p>
            <a:pPr algn="ctr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30EACD-BCFA-E490-6C12-50C9F21CA18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6352" y="930711"/>
            <a:ext cx="11482241" cy="13049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Univariate &amp; Bivariate Patterns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Analyzed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categorical distributions across seasons and generated statistical summaries highlighting variable ranges and metrics.</a:t>
            </a:r>
          </a:p>
          <a:p>
            <a:pPr marL="0" indent="0">
              <a:buNone/>
            </a:pP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Performance Insights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: Evaluated relationships between environmental inputs (rainfall, temperature, and fertilizers) and output metrics like crop yield and financial profitability.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BF4B4DC-90E8-AA9A-0174-0843B7846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43" y="2377247"/>
            <a:ext cx="5333739" cy="38004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C262907-8048-E3F4-15CE-26CB457C2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580361"/>
            <a:ext cx="5735216" cy="334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9878" y="930711"/>
            <a:ext cx="11451140" cy="1439265"/>
          </a:xfrm>
        </p:spPr>
        <p:txBody>
          <a:bodyPr>
            <a:norm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IN" sz="1800" dirty="0"/>
              <a:t>Identified significant performance and yield variations driven by seasonal environmental shifts and irrigation methods.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800" dirty="0"/>
              <a:t>Highlighted specific financial risks, noting cost-to-profit discrepancies and loss-making operational parameters captured within the dataset's minimum profit margins.</a:t>
            </a: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FB3A3877-A26A-3FED-34CF-4A7B62F76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52" y="99714"/>
            <a:ext cx="2981643" cy="830997"/>
          </a:xfrm>
        </p:spPr>
        <p:txBody>
          <a:bodyPr>
            <a:normAutofit/>
          </a:bodyPr>
          <a:lstStyle/>
          <a:p>
            <a:pPr algn="ctr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GB" dirty="0"/>
              <a:t> 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2029FE-0545-956F-4A57-68ED3AB94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78" y="2498200"/>
            <a:ext cx="5514170" cy="39737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91FAE2-C733-1195-3106-19AA71BB1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954" y="2498200"/>
            <a:ext cx="5594641" cy="3883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 build="p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61C0FB70-196F-1181-9EE0-5991ADFD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5178" y="107037"/>
            <a:ext cx="2981643" cy="830997"/>
          </a:xfrm>
        </p:spPr>
        <p:txBody>
          <a:bodyPr>
            <a:normAutofit/>
          </a:bodyPr>
          <a:lstStyle/>
          <a:p>
            <a:pPr algn="ctr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GB" dirty="0"/>
              <a:t> 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C1C342-98D2-C5C3-E2B0-956836DF1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938035"/>
            <a:ext cx="10772704" cy="536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8101" y="249295"/>
            <a:ext cx="4735798" cy="830997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4F4C96-94BE-08AD-D949-4B67295B2F45}"/>
              </a:ext>
            </a:extLst>
          </p:cNvPr>
          <p:cNvSpPr txBox="1"/>
          <p:nvPr/>
        </p:nvSpPr>
        <p:spPr>
          <a:xfrm>
            <a:off x="1164772" y="1533769"/>
            <a:ext cx="986245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Predictive Machine Learning Integration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: Develop robust regression and classification models to forecast future crop yields, production volumes, and financial returns based on shifting seasonal weather patterns.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Interactive Decision-Support Dashboard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: Build a real-time web application (such as a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interface) enabling farmers to input specific soil, climate, and operational parameters for instant, data-driven recommendations.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Expanded Regional Datasets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: Incorporate multi-year historical data across additional states and districts to enhance model generalization and climate-resilient farming strategies.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8101" y="464121"/>
            <a:ext cx="4735798" cy="830997"/>
          </a:xfrm>
        </p:spPr>
        <p:txBody>
          <a:bodyPr>
            <a:normAutofit/>
          </a:bodyPr>
          <a:lstStyle/>
          <a:p>
            <a:pPr algn="ctr"/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2015412" y="2106368"/>
            <a:ext cx="85468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https://github.com/sampradadas10/Major-Project-Seasonal-Agriculture-Performance-Analysis.git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F165ACE-897B-CBDC-4EB0-FE5BD4C65281}"/>
              </a:ext>
            </a:extLst>
          </p:cNvPr>
          <p:cNvCxnSpPr>
            <a:stCxn id="8" idx="0"/>
            <a:endCxn id="8" idx="2"/>
          </p:cNvCxnSpPr>
          <p:nvPr/>
        </p:nvCxnSpPr>
        <p:spPr>
          <a:xfrm>
            <a:off x="6017475" y="1275371"/>
            <a:ext cx="0" cy="6660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358" y="300912"/>
            <a:ext cx="10110231" cy="884658"/>
          </a:xfrm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VOIS Course completion certificate – 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4693F0-1632-3162-1E5D-FC6296AE9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53" y="1446246"/>
            <a:ext cx="11290041" cy="521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2251559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1444</TotalTime>
  <Words>578</Words>
  <Application>Microsoft Office PowerPoint</Application>
  <PresentationFormat>Widescreen</PresentationFormat>
  <Paragraphs>44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Project Title - Seasonal Agriculture Performance Analysis</vt:lpstr>
      <vt:lpstr>PROBLEM  STATEMENT</vt:lpstr>
      <vt:lpstr>PROJECT DESCRIPTION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–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Samprada Das</cp:lastModifiedBy>
  <cp:revision>100</cp:revision>
  <dcterms:created xsi:type="dcterms:W3CDTF">2021-07-11T13:13:15Z</dcterms:created>
  <dcterms:modified xsi:type="dcterms:W3CDTF">2026-09-05T12:00:33Z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